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390" r:id="rId3"/>
    <p:sldId id="391" r:id="rId4"/>
    <p:sldId id="392" r:id="rId5"/>
    <p:sldId id="393" r:id="rId6"/>
    <p:sldId id="394" r:id="rId7"/>
    <p:sldId id="395" r:id="rId8"/>
    <p:sldId id="396" r:id="rId9"/>
    <p:sldId id="397" r:id="rId10"/>
    <p:sldId id="398" r:id="rId11"/>
    <p:sldId id="39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65" autoAdjust="0"/>
    <p:restoredTop sz="94660"/>
  </p:normalViewPr>
  <p:slideViewPr>
    <p:cSldViewPr snapToGrid="0">
      <p:cViewPr varScale="1">
        <p:scale>
          <a:sx n="68" d="100"/>
          <a:sy n="68" d="100"/>
        </p:scale>
        <p:origin x="11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4C1B9E-036F-4426-B1FE-095181F8A776}" type="datetimeFigureOut">
              <a:rPr lang="en-US" smtClean="0"/>
              <a:t>11-Jan-21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Lecture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4AD7F4-E4FF-401B-A654-C6B99FAB5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23367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1416C-0C94-4347-BEE5-16334176E4E3}" type="datetimeFigureOut">
              <a:rPr lang="en-US" smtClean="0"/>
              <a:t>11-Jan-21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Lecture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BDAB20-FECD-48F0-A350-11C52BC51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86870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349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BDAB20-FECD-48F0-A350-11C52BC51AE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9356152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BDAB20-FECD-48F0-A350-11C52BC51AE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8054223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BDAB20-FECD-48F0-A350-11C52BC51AE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8326018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BDAB20-FECD-48F0-A350-11C52BC51AE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0929604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BDAB20-FECD-48F0-A350-11C52BC51AE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3393102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BDAB20-FECD-48F0-A350-11C52BC51AE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1886709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BDAB20-FECD-48F0-A350-11C52BC51AE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7068365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BDAB20-FECD-48F0-A350-11C52BC51AE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0054681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BDAB20-FECD-48F0-A350-11C52BC51AE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9338847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BDAB20-FECD-48F0-A350-11C52BC51AE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713496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018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711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250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003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847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098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413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22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737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242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743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Lecture Demo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270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4125" y="2751674"/>
            <a:ext cx="9144000" cy="916888"/>
          </a:xfrm>
        </p:spPr>
        <p:txBody>
          <a:bodyPr/>
          <a:lstStyle/>
          <a:p>
            <a:pPr algn="l"/>
            <a:r>
              <a:rPr lang="en-US" b="1" dirty="0">
                <a:latin typeface="+mn-lt"/>
              </a:rPr>
              <a:t>ADC and DAC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4125" y="4707506"/>
            <a:ext cx="9144000" cy="1655762"/>
          </a:xfrm>
        </p:spPr>
        <p:txBody>
          <a:bodyPr/>
          <a:lstStyle/>
          <a:p>
            <a:pPr algn="l"/>
            <a:r>
              <a:rPr lang="en-US" b="1" dirty="0"/>
              <a:t>Course Teacher: Md. Hamjajul Ashmafee</a:t>
            </a:r>
          </a:p>
          <a:p>
            <a:pPr algn="l"/>
            <a:r>
              <a:rPr lang="en-US" b="1" dirty="0"/>
              <a:t>Lecturer, CSE, IUT</a:t>
            </a:r>
          </a:p>
          <a:p>
            <a:pPr algn="l"/>
            <a:r>
              <a:rPr lang="en-US" b="1" dirty="0"/>
              <a:t>Email: ashmafee@iut-dhaka.edu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573" y="109679"/>
            <a:ext cx="731108" cy="1188720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674125" y="704039"/>
            <a:ext cx="9144000" cy="13908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500" b="1" dirty="0"/>
              <a:t>CSE 4205</a:t>
            </a:r>
            <a:br>
              <a:rPr lang="en-US" sz="4500" b="1" dirty="0"/>
            </a:br>
            <a:r>
              <a:rPr lang="en-US" sz="4500" b="1" dirty="0"/>
              <a:t>Digital Logic Design</a:t>
            </a:r>
          </a:p>
        </p:txBody>
      </p:sp>
    </p:spTree>
    <p:extLst>
      <p:ext uri="{BB962C8B-B14F-4D97-AF65-F5344CB8AC3E}">
        <p14:creationId xmlns:p14="http://schemas.microsoft.com/office/powerpoint/2010/main" val="1015783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>
                <a:solidFill>
                  <a:schemeClr val="accent5">
                    <a:lumMod val="75000"/>
                  </a:schemeClr>
                </a:solidFill>
                <a:latin typeface="+mn-lt"/>
              </a:rPr>
              <a:t>Introduction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7865C8-A00C-4A00-A7DE-A98002B852BF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6640" cy="4351338"/>
          </a:xfrm>
        </p:spPr>
        <p:txBody>
          <a:bodyPr/>
          <a:lstStyle/>
          <a:p>
            <a:r>
              <a:rPr lang="en-US" dirty="0" err="1"/>
              <a:t>Abc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91474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ABC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7865C8-A00C-4A00-A7DE-A98002B852BF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6640" cy="4351338"/>
          </a:xfrm>
        </p:spPr>
        <p:txBody>
          <a:bodyPr/>
          <a:lstStyle/>
          <a:p>
            <a:r>
              <a:rPr lang="en-US" dirty="0" err="1"/>
              <a:t>Abc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88595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ABC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7865C8-A00C-4A00-A7DE-A98002B852BF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6640" cy="4351338"/>
          </a:xfrm>
        </p:spPr>
        <p:txBody>
          <a:bodyPr/>
          <a:lstStyle/>
          <a:p>
            <a:r>
              <a:rPr lang="en-US" dirty="0" err="1"/>
              <a:t>Abc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30654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ABC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7865C8-A00C-4A00-A7DE-A98002B852BF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6640" cy="4351338"/>
          </a:xfrm>
        </p:spPr>
        <p:txBody>
          <a:bodyPr/>
          <a:lstStyle/>
          <a:p>
            <a:r>
              <a:rPr lang="en-US" dirty="0" err="1"/>
              <a:t>Abc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81615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ABC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7865C8-A00C-4A00-A7DE-A98002B852BF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6640" cy="4351338"/>
          </a:xfrm>
        </p:spPr>
        <p:txBody>
          <a:bodyPr/>
          <a:lstStyle/>
          <a:p>
            <a:r>
              <a:rPr lang="en-US" dirty="0" err="1"/>
              <a:t>Abc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11090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ABC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7865C8-A00C-4A00-A7DE-A98002B852BF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6640" cy="4351338"/>
          </a:xfrm>
        </p:spPr>
        <p:txBody>
          <a:bodyPr/>
          <a:lstStyle/>
          <a:p>
            <a:r>
              <a:rPr lang="en-US" dirty="0" err="1"/>
              <a:t>Abc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4184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ABC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7865C8-A00C-4A00-A7DE-A98002B852BF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6640" cy="4351338"/>
          </a:xfrm>
        </p:spPr>
        <p:txBody>
          <a:bodyPr/>
          <a:lstStyle/>
          <a:p>
            <a:r>
              <a:rPr lang="en-US" dirty="0" err="1"/>
              <a:t>Abc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35801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ABC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7865C8-A00C-4A00-A7DE-A98002B852BF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6640" cy="4351338"/>
          </a:xfrm>
        </p:spPr>
        <p:txBody>
          <a:bodyPr/>
          <a:lstStyle/>
          <a:p>
            <a:r>
              <a:rPr lang="en-US" dirty="0" err="1"/>
              <a:t>Abc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24400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ABC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7865C8-A00C-4A00-A7DE-A98002B852BF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6640" cy="4351338"/>
          </a:xfrm>
        </p:spPr>
        <p:txBody>
          <a:bodyPr/>
          <a:lstStyle/>
          <a:p>
            <a:r>
              <a:rPr lang="en-US" dirty="0" err="1"/>
              <a:t>Abc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85933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ABC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7865C8-A00C-4A00-A7DE-A98002B852BF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6640" cy="4351338"/>
          </a:xfrm>
        </p:spPr>
        <p:txBody>
          <a:bodyPr/>
          <a:lstStyle/>
          <a:p>
            <a:r>
              <a:rPr lang="en-US" dirty="0" err="1"/>
              <a:t>Abc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88253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171</Words>
  <Application>Microsoft Office PowerPoint</Application>
  <PresentationFormat>Widescreen</PresentationFormat>
  <Paragraphs>77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ADC and DAC</vt:lpstr>
      <vt:lpstr>Introduction</vt:lpstr>
      <vt:lpstr>ABC</vt:lpstr>
      <vt:lpstr>ABC</vt:lpstr>
      <vt:lpstr>ABC</vt:lpstr>
      <vt:lpstr>ABC</vt:lpstr>
      <vt:lpstr>ABC</vt:lpstr>
      <vt:lpstr>ABC</vt:lpstr>
      <vt:lpstr>ABC</vt:lpstr>
      <vt:lpstr>ABC</vt:lpstr>
      <vt:lpstr>ABC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4205 Digital Logic Design</dc:title>
  <dc:creator>Admin</dc:creator>
  <cp:lastModifiedBy>Hamjajul Ashmafee Rahat</cp:lastModifiedBy>
  <cp:revision>17</cp:revision>
  <dcterms:created xsi:type="dcterms:W3CDTF">2018-06-27T14:59:12Z</dcterms:created>
  <dcterms:modified xsi:type="dcterms:W3CDTF">2021-01-11T12:43:46Z</dcterms:modified>
</cp:coreProperties>
</file>